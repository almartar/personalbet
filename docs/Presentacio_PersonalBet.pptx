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PersonalBet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Control personal de apuestas deportivas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Alberto Martí Armiñana ·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IES Dr. Lluís Simarro · 2025–2026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Tutor: Enric Climent Martí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1. Problema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2. Soluciones anteriores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3. Nuestra solución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4. Beneficio anual y Hacienda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5. Demo de la aplicación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6. Tecnología y arquitectura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7. Resultados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Usuarios con varias casas de apuestas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Datos dispersos (Excel, notas)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No conocen el ROI ni el beneficio real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Declaración fiscal: difícil calcular el beneficio neto del año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Necesidad: herramienta privada, simple y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Soluciones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Excel → flexible pero manual y propenso a errores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Apps de casas → solo una operadora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Apps de finanzas → no modelan cuota ni ROI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Vacío: app específica, offline y unificada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Nuestra solución — PersonalBet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App Android nativa en Kotlin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Registro de apuestas + estadísticas + cuentas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Exportación e importación CSV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100 % offline — datos en el dispositivo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Beneficio neto por período (filtro de fechas)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Beneficio anual y Hacienda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Las ganancias en apuestas pueden tributar (AEAT)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Se necesita el beneficio neto del año natural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Solo apuestas ganadas o perdidas (cerradas)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Estadísticas → filtro rango: 01/01 – 31/12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CSV como registro de respaldo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Cifra orientativa — no sustituye asesor fiscal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(en vivo)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Lista de apuestas y filtros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Añadir apuesta y verificar resultado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Estadísticas → filtrar año 2025 → beneficio neto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Resumen anual: cuentas por casa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Configuración → exportar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Kotlin 2.0 · Room · Coroutines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Material Design · View Binding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Single Activity + 6 Fragments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minSdk 24 · targetSdk 36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Android Studio · Gradle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  <a:latin typeface="Consolas"/>
              </a:defRPr>
            </a:pPr>
            <a:r>
              <a:t>MainActivity</a:t>
            </a:r>
            <a:br/>
            <a:r>
              <a:t> ├── Apuestas / Añadir apuesta</a:t>
            </a:r>
            <a:br/>
            <a:r>
              <a:t> ├── Estadísticas (beneficio por fechas)</a:t>
            </a:r>
            <a:br/>
            <a:r>
              <a:t> ├── Resumen anual (cuentas)</a:t>
            </a:r>
            <a:br/>
            <a:r>
              <a:t> └── Configuración (CSV)</a:t>
            </a:r>
            <a:br/>
            <a:r>
              <a:t>      ↓</a:t>
            </a:r>
            <a:br/>
            <a:r>
              <a:t> Room (apuestas) + SharedPreferences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Objetivos cumplidos (~95 %)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ROI y beneficio neto automáticos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Multi-casa y multi-tipster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Beneficio por ejercicio para referencia fiscal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Privacidad: sin servidor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Limitaciones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Solo Android (no iOS ni web)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Sin sincronización en la nube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Importación CSV simplificada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Futuro: MVVM, tests automáticos, 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Problema</a:t>
            </a:r>
            <a:r>
              <a:rPr dirty="0"/>
              <a:t> real →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viable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Aprendizaje</a:t>
            </a:r>
            <a:r>
              <a:rPr dirty="0"/>
              <a:t>: Android, </a:t>
            </a:r>
            <a:r>
              <a:rPr dirty="0" err="1"/>
              <a:t>persistencia</a:t>
            </a:r>
            <a:r>
              <a:rPr dirty="0"/>
              <a:t>, UX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 err="1"/>
              <a:t>Agradecimientos</a:t>
            </a:r>
            <a:r>
              <a:rPr dirty="0"/>
              <a:t> a Enric Climent Martí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rPr dirty="0"/>
              <a:t>¿</a:t>
            </a:r>
            <a:r>
              <a:rPr dirty="0" err="1"/>
              <a:t>Preguntas</a:t>
            </a:r>
            <a:r>
              <a:t>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Office PowerPoint</Application>
  <PresentationFormat>Presentación en pantalla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Marti Armiñana</cp:lastModifiedBy>
  <cp:revision>2</cp:revision>
  <dcterms:created xsi:type="dcterms:W3CDTF">2013-01-27T09:14:16Z</dcterms:created>
  <dcterms:modified xsi:type="dcterms:W3CDTF">2026-06-07T11:00:19Z</dcterms:modified>
  <cp:category/>
</cp:coreProperties>
</file>