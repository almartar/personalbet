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PersonalBet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DCE6F5"/>
                </a:solidFill>
              </a:defRPr>
            </a:pPr>
            <a:r>
              <a:t>Control personal de apuestas deportivas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DCE6F5"/>
                </a:solidFill>
              </a:defRPr>
            </a:pPr>
            <a:r>
              <a:t>Alberto Martí Armiñana ·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DCE6F5"/>
                </a:solidFill>
              </a:defRPr>
            </a:pPr>
            <a:r>
              <a:t>IES Dr. Lluís Simarro · 2025–2026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DCE6F5"/>
                </a:solidFill>
              </a:defRPr>
            </a:pPr>
            <a:r>
              <a:t>Tutor: Enric Climent Martí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1. Problema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2. Soluciones anteriores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3. Nuestra solución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4. Beneficio anual y Hacienda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5. Demo de la aplicación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6. Tecnología y arquitectura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7. Resultados y 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Usuarios con varias casas de apuestas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Datos dispersos (Excel, notas)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No conocen el ROI ni el beneficio real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Declaración fiscal: difícil calcular el beneficio neto del año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Necesidad: herramienta privada, simple y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Soluciones anteriores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Excel → flexible pero manual y propenso a errores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Apps de casas → solo una operadora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Apps de finanzas → no modelan cuota ni ROI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Vacío: app específica, offline y unificada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Nuestra solución — PersonalBet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App Android nativa en Kotlin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Registro de apuestas + estadísticas + cuentas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Exportación e importación CSV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100 % offline — datos en el dispositivo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Beneficio neto por período (filtro de fechas)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Beneficio anual y Hacienda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Las ganancias en apuestas pueden tributar (AEAT)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Se necesita el beneficio neto del año natural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Solo apuestas ganadas o perdidas (cerradas)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Estadísticas → filtro rango: 01/01 – 31/12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CSV como registro de respaldo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Cifra orientativa — no sustituye asesor fiscal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Demo (en vivo)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Lista de apuestas y filtros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Añadir apuesta y verificar resultado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Estadísticas → filtrar año 2025 → beneficio neto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Resumen anual: cuentas por casa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Configuración → exportar 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Kotlin 2.0 · Room · Coroutines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Material Design · View Binding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Single Activity + 6 Fragments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minSdk 24 · targetSdk 36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Android Studio · Gradle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E293B"/>
                </a:solidFill>
                <a:latin typeface="Consolas"/>
              </a:defRPr>
            </a:pPr>
            <a:r>
              <a:t>MainActivity</a:t>
            </a:r>
            <a:br/>
            <a:r>
              <a:t> ├── Apuestas / Añadir apuesta</a:t>
            </a:r>
            <a:br/>
            <a:r>
              <a:t> ├── Estadísticas (beneficio por fechas)</a:t>
            </a:r>
            <a:br/>
            <a:r>
              <a:t> ├── Resumen anual (cuentas)</a:t>
            </a:r>
            <a:br/>
            <a:r>
              <a:t> └── Configuración (CSV)</a:t>
            </a:r>
            <a:br/>
            <a:r>
              <a:t>      ↓</a:t>
            </a:r>
            <a:br/>
            <a:r>
              <a:t> Room (apuestas) + SharedPreferences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Objetivos cumplidos (~95 %)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ROI y beneficio neto automáticos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Multi-casa y multi-tipster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Beneficio por ejercicio para referencia fiscal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Privacidad: sin servidor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Limitaciones y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Solo Android (no iOS ni web)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Sin sincronización en la nube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Importación CSV simplificada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Futuro: MVVM, tests automáticos, iOS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Problema real → solución técnica viable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Aprendizaje: Android, persistencia, UX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Agradecimientos a Enric Climent Martí</a:t>
            </a:r>
          </a:p>
          <a:p>
            <a:pPr>
              <a:spcAft>
                <a:spcPts val="1000"/>
              </a:spcAft>
              <a:defRPr sz="2200">
                <a:solidFill>
                  <a:srgbClr val="1E293B"/>
                </a:solidFill>
              </a:defRPr>
            </a:pPr>
            <a:r>
              <a:t>¿Preguntas del tribunal?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