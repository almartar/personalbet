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78638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PersonalBet</a:t>
            </a:r>
          </a:p>
          <a:p>
            <a:pPr algn="ctr">
              <a:spcBef>
                <a:spcPts val="1000"/>
              </a:spcBef>
              <a:defRPr sz="1800">
                <a:solidFill>
                  <a:srgbClr val="DCE6F0"/>
                </a:solidFill>
              </a:defRPr>
            </a:pPr>
            <a:r>
              <a:t>Aplicació Android per al control personal d’apostes esportives</a:t>
            </a:r>
          </a:p>
          <a:p>
            <a:pPr algn="ctr">
              <a:spcBef>
                <a:spcPts val="1000"/>
              </a:spcBef>
              <a:defRPr sz="1800">
                <a:solidFill>
                  <a:srgbClr val="DCE6F0"/>
                </a:solidFill>
              </a:defRPr>
            </a:pPr>
            <a:r>
              <a:t>Alberto Martí Armiñana · DAM</a:t>
            </a:r>
          </a:p>
          <a:p>
            <a:pPr algn="ctr">
              <a:spcBef>
                <a:spcPts val="1000"/>
              </a:spcBef>
              <a:defRPr sz="1800">
                <a:solidFill>
                  <a:srgbClr val="DCE6F0"/>
                </a:solidFill>
              </a:defRPr>
            </a:pPr>
            <a:r>
              <a:t>Tutor: Enric Climent Martí · IES Dr. Lluís Simarro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Índex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Context: apostes, tipster, stake, bankroll, yield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Infografies del món real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PersonalBet: problema i solució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Arquitectura i codi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Demostració i conclusions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PersonalBet — Què és?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App Android en Kotlin — dades locals al mòbil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Diari professional d’apostes: registre, stats, comptes, CSV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Orientada a usuaris avançats: tipsters, bankroll multi-casa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GitHub: almartar/PersonalBet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8_app_manual_profess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868680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100 % manual — no és una app de joc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32688"/>
            <a:ext cx="8321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D5A80"/>
                </a:solidFill>
              </a:defRPr>
            </a:pPr>
            <a:r>
              <a:t>Públic objectiu: gestió professional del rendiment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No connecta amb cases d’apostes ni amb cap API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No ofereix quotes en línia ni en temps real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No fa apostes ni pronòstics des de l’app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L’usuari professional introdueix manualment cada jugada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PersonalBet analitza — no substitueix el tipster ni la casa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_tipster_stake_unida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868680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El tipster tria tot — el client adapta el stake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32688"/>
            <a:ext cx="8321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D5A80"/>
                </a:solidFill>
              </a:defRPr>
            </a:pPr>
            <a:r>
              <a:t>Pronosticador vs client / usuari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El pronosticador decideix: casa, esport, mercat, tipus (Live/PreMatch), quota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També recomana la unitat: Stake 1 (no un import fix en € per a tothom)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El client segueix la jugada del tipster i només calcula els €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Stake 1 = 1 % del bankroll → 1.000 € = 10 € | 500 € = 5 € | 2.000 € = 20 €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PersonalBet registra tipster, casa, mercat, tipus i import real en 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6_flux_apo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868680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2_quota_compara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868680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7_mercats_tip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868680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4_bankroll_fragment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868680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3_yield_explica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868680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Resum del context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Tipster tria casa, esport, mercat, tipus i quota (ex. Winamax 1,75)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Client adapta Stake 1 al seu bankroll (1 % habitual)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Yield mesura rendibilitat a llarg termini del tipster o estratègia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Les apps de les cases no donen esta visió global → PersonalBet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Problema i solució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Usuaris professionals no tenen visió unificada entre operadors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No poden mesurar yield per tipster, mercat o període fàcilment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Dipòsits i retirades no s’integren amb rendiment d’apostes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PersonalBet: registre manual + anàlisi avançada al mòbil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5_arqu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868680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Room — Apuestas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Entitat Bet: casa, tipster, quota, stake €, mercat, resultat, data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BetDao: CRUD + agregats SQL (benefici, comptadors)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AppDatabase v2 + migració sense perdre dades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SharedPreferences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AppConfigStore: llistes CSV — buides fins que l’usuari configura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En guardar Config → restoreAccount per cada casa → apareix a Comptes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BookmakerAccountsStore: saldo inicial, dipòsits, retirades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Saldo = inicial + dipòsits − retirades + benefici apuestas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Pantalles de l’app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Llista — filtres; verificar, editar (làpiz), eliminar (amb confirmació)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Alta/edició — config obligatòria, stake ≤ saldo disponible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Estadístiques — yield, ROI, encerts amb filtres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Comptes — targeta per casa, moviments de diners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Configuració — CSV primer pas, tutorial, esborrat massiu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Demostració suggerida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0. Configuració — cases, tipsters, mercats → Guardar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1. Alta d’apuesta amb tipster i stake en € (validació saldo)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2. Editar amb làpiz / verificar resultat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3. Estadístiques filtrades per aquell tipster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4. Compte de la casa amb dipòsit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5. Exportar CSV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Preguntes freqüents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Room per moltes files; Preferences per config i comptes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Coroutines per no bloquejar la UI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Single Activity + Fragments (UD07)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Yield només amb apostes resoltes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No connecta amb cases — tot manual, per a usuaris professionals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78638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Conclusions</a:t>
            </a:r>
          </a:p>
          <a:p>
            <a:pPr algn="ctr">
              <a:spcBef>
                <a:spcPts val="1000"/>
              </a:spcBef>
              <a:defRPr sz="1800">
                <a:solidFill>
                  <a:srgbClr val="DCE6F0"/>
                </a:solidFill>
              </a:defRPr>
            </a:pPr>
            <a:r>
              <a:t>PersonalBet — quadern d’anàlisi professional al mòbil</a:t>
            </a:r>
          </a:p>
          <a:p>
            <a:pPr algn="ctr">
              <a:spcBef>
                <a:spcPts val="1000"/>
              </a:spcBef>
              <a:defRPr sz="1800">
                <a:solidFill>
                  <a:srgbClr val="DCE6F0"/>
                </a:solidFill>
              </a:defRPr>
            </a:pPr>
            <a:r>
              <a:t>Manual · sense API · sense quotes en línia</a:t>
            </a:r>
          </a:p>
          <a:p>
            <a:pPr algn="ctr">
              <a:spcBef>
                <a:spcPts val="1000"/>
              </a:spcBef>
              <a:defRPr sz="1800">
                <a:solidFill>
                  <a:srgbClr val="DCE6F0"/>
                </a:solidFill>
              </a:defRPr>
            </a:pPr>
            <a:r>
              <a:t>Memòria · USB · GitHub: almartar/PersonalBet</a:t>
            </a:r>
          </a:p>
          <a:p>
            <a:pPr algn="ctr">
              <a:spcBef>
                <a:spcPts val="1000"/>
              </a:spcBef>
              <a:defRPr sz="1800">
                <a:solidFill>
                  <a:srgbClr val="DCE6F0"/>
                </a:solidFill>
              </a:defRPr>
            </a:pPr>
            <a:r>
              <a:t>Gràcies per la vostra atenció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